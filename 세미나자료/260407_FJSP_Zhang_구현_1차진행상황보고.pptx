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4" r:id="rId3"/>
    <p:sldId id="263" r:id="rId4"/>
    <p:sldId id="291" r:id="rId5"/>
    <p:sldId id="292" r:id="rId6"/>
    <p:sldId id="277" r:id="rId7"/>
    <p:sldId id="293" r:id="rId8"/>
    <p:sldId id="296" r:id="rId9"/>
    <p:sldId id="295" r:id="rId10"/>
    <p:sldId id="297" r:id="rId11"/>
    <p:sldId id="283" r:id="rId12"/>
  </p:sldIdLst>
  <p:sldSz cx="18288000" cy="10287000"/>
  <p:notesSz cx="6858000" cy="9144000"/>
  <p:embeddedFontLst>
    <p:embeddedFont>
      <p:font typeface="Playfair Display Heavy" panose="020B0600000101010101" charset="0"/>
      <p:regular r:id="rId13"/>
    </p:embeddedFont>
    <p:embeddedFont>
      <p:font typeface="Pretendard SemiBold" panose="02000703000000020004" pitchFamily="50" charset="-127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8" y="8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214382" cy="10287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069691" y="4048125"/>
            <a:ext cx="11160909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Zhang(2011)</a:t>
            </a:r>
          </a:p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FJSP Genetic Algorithm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950" y="8117567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STUDENT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950" y="8784320"/>
            <a:ext cx="2903533" cy="40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Minseo Kang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5945504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ADVISOR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950" y="6612256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Jaeseok</a:t>
            </a: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Huh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13410"/>
            <a:ext cx="318568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2026.04.07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13101" y="613410"/>
            <a:ext cx="524619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SDM Lab, </a:t>
            </a:r>
            <a:r>
              <a:rPr lang="en-US" sz="24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Soongsil</a:t>
            </a: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D9023-FF46-BCE1-4AF5-4899136F3958}"/>
              </a:ext>
            </a:extLst>
          </p:cNvPr>
          <p:cNvSpPr txBox="1"/>
          <p:nvPr/>
        </p:nvSpPr>
        <p:spPr>
          <a:xfrm>
            <a:off x="5069691" y="6360794"/>
            <a:ext cx="524619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Stage</a:t>
            </a: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0~2 </a:t>
            </a: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구현</a:t>
            </a:r>
            <a:endParaRPr lang="en-US" sz="24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A567D-8C4B-0F59-B6CF-B9B4B269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9746BD8-F4B7-AE1C-5CD8-30FBFE8457D7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model.py class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정의 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9F7FAC9-90D1-8946-B4C9-FECC8F8A8E42}"/>
              </a:ext>
            </a:extLst>
          </p:cNvPr>
          <p:cNvSpPr txBox="1"/>
          <p:nvPr/>
        </p:nvSpPr>
        <p:spPr>
          <a:xfrm>
            <a:off x="1581627" y="1994503"/>
            <a:ext cx="7562373" cy="2142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 : ID, name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개별 기계 정의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Operation, Job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: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데이터셋 저장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ScheduledOp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: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디코딩된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최종 스케쥴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FB0CB22-AE42-38FB-662D-42E6B525D79F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2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BA6CBE0-608B-519D-713F-775908C7AC8E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DF3CC4D-E54B-E9BA-1C5E-60C3AF27D523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9A22D3A-4976-AFDB-BFA6-D129ABBDFE21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DA79D5-D022-90D2-2F23-A0892B63E235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C9D8AFBD-595F-0583-5F14-04ACCD7B4CB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9C93E4-1476-0A2B-8E9D-30AA9C7124C9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model.py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844B846-5ED9-21AF-6491-C4666E01210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3ECB8-88DB-695D-D24C-748C9B562516}"/>
              </a:ext>
            </a:extLst>
          </p:cNvPr>
          <p:cNvSpPr txBox="1"/>
          <p:nvPr/>
        </p:nvSpPr>
        <p:spPr>
          <a:xfrm>
            <a:off x="1123950" y="4953678"/>
            <a:ext cx="7257573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Class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내부 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6A990-4D9F-A5BE-4EE2-B1D9A396A301}"/>
              </a:ext>
            </a:extLst>
          </p:cNvPr>
          <p:cNvSpPr txBox="1"/>
          <p:nvPr/>
        </p:nvSpPr>
        <p:spPr>
          <a:xfrm>
            <a:off x="1581627" y="5726093"/>
            <a:ext cx="6493831" cy="2694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add_alternative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: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인스턴스에서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alternative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 ID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Processing Time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받아와서 넣는 용도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add_operation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: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각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집어넣기 위해 사용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876C4C-82AB-F771-E7D3-E9D8B8D1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42149"/>
            <a:ext cx="8607112" cy="985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7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io_mk.py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CB917D6E-BEAC-3047-DF05-7181FCEFE379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데이터셋 구조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F3FC2995-E06F-DCFA-03A5-0F79AEC58256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3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7F891BE-2E5E-B12D-B886-6E52B628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41" y="3902842"/>
            <a:ext cx="10506263" cy="3987197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3AEB8DE7-9764-1596-D3C6-BB735BDC8CDD}"/>
              </a:ext>
            </a:extLst>
          </p:cNvPr>
          <p:cNvSpPr txBox="1"/>
          <p:nvPr/>
        </p:nvSpPr>
        <p:spPr>
          <a:xfrm>
            <a:off x="1581627" y="1994503"/>
            <a:ext cx="14267973" cy="159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첫 행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전체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개수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전체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기계수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[Operation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당 평균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대체기계수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나머지 행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해당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 가진 총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개수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첫번째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처리할 수 있는 기계 개수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</a:t>
            </a:r>
          </a:p>
          <a:p>
            <a:pPr>
              <a:lnSpc>
                <a:spcPts val="4320"/>
              </a:lnSpc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                     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기계번호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처리시간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기계번호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[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처리시간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]….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A9F99-DF5E-7EB9-5223-FF3B7324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84AD818-2ED5-AC9B-1503-9DAF6FCCFFDA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41C3D0-51E1-EDEE-A420-8CDA2A74CC56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E054AF1-4E35-FB7A-8AA6-9ED9EBC0ACBD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284B600-F8EB-C80D-A48F-795E3982859F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2D1378C5-4369-1456-D869-25FD433CCC17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6853A95-5B73-2EAA-6420-42550775B516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io_mk.py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794A0BC-5D52-E224-E6C5-7DD9F472685C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6041299E-0F9F-FABF-4283-22CAC4A590F3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load_mk.py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BBACC46-E2ED-290C-6BC2-B41629A76A9D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4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C0B30087-1B3D-E06A-A824-BC6DCFDAD319}"/>
              </a:ext>
            </a:extLst>
          </p:cNvPr>
          <p:cNvSpPr txBox="1"/>
          <p:nvPr/>
        </p:nvSpPr>
        <p:spPr>
          <a:xfrm>
            <a:off x="1581627" y="1994503"/>
            <a:ext cx="6266973" cy="2694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파일 경로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(path)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입력받아서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하나의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객체로 반환하는 함수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데이터셋의 모든 숫자를 리스트로 받아와서 처음부터 읽으면서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idx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증가시키면서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값을 객체로 변환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487BDB-4608-2C62-FC46-C34A77657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778287"/>
            <a:ext cx="9802589" cy="68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9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7E691-A0F2-699E-8393-C33D3DC4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B26B00-7616-7DC0-26B3-79BA9E0FB1B6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8E8978-8CB7-AC70-06C3-B81893E09C5F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7FE5716-3A58-763A-9E02-8EC3DCACAC49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FA9C1A9-7148-FB23-3329-2E44450237B5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73B67002-893B-B675-0E4A-1DF762F6A8B8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07D65DA-B8E8-82D0-859F-00D10204701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io_mk.py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7D5E36-3A70-3835-F6F4-4B3DDA7D87C0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2872A2B2-B410-B3ED-6E38-62A4FA43FAE8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load_mk.py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F5303D6F-4941-179D-30D5-FCFC42F68923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5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68EC3C0E-6949-44BA-58C5-837003AACC9B}"/>
              </a:ext>
            </a:extLst>
          </p:cNvPr>
          <p:cNvSpPr txBox="1"/>
          <p:nvPr/>
        </p:nvSpPr>
        <p:spPr>
          <a:xfrm>
            <a:off x="1581627" y="1994503"/>
            <a:ext cx="6266973" cy="2694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데이터셋은 기계 번호가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시작하지만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파이썬의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인덱스는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0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시작하기 때문에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-1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해서 변환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데이터들을 최종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객체에 저장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B64F2C6-F520-7B4D-550B-152C892E5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617555"/>
            <a:ext cx="8688547" cy="869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2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A7944-26F1-E498-FCEC-ADDADCAB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B2224D-8D12-7500-FD46-A059819E77C5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AFBF84-BE09-C5D3-08DB-4DDF49CC7E1F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9F8FFB-DADA-4732-D8B0-2297746CF6D6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8F8013-D1DA-B274-D2B5-D8562E13D151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102031CA-EE77-2526-34CD-47454C36E39C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AF0292F-9808-0E8D-E6D8-6563E1BD2517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8EEF006-4558-22C5-4DC2-866307ADA88D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50B0D9CE-3A04-8C72-E402-FA29AF185618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MSOS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염색체 표현 방식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+ Insertion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을 통한 디코딩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3A7DC926-814B-D03E-CF37-A3F69F686B93}"/>
              </a:ext>
            </a:extLst>
          </p:cNvPr>
          <p:cNvSpPr txBox="1"/>
          <p:nvPr/>
        </p:nvSpPr>
        <p:spPr>
          <a:xfrm>
            <a:off x="1581627" y="1994503"/>
            <a:ext cx="5657373" cy="4899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 schedules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기계별로 배정된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정보를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저장해둠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Op_progress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job_ready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는 각각 현재까지 진행된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번호와 끝난 시간을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저장해둠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Index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matrix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생성해서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job_id,op_id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위치를 바로 찾을 수 있게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딕셔너리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형식으로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저장해둠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 </a:t>
            </a:r>
          </a:p>
          <a:p>
            <a:pPr algn="l">
              <a:lnSpc>
                <a:spcPts val="4320"/>
              </a:lnSpc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1A9AAF0C-1BF2-7CC5-CC40-D072E95E4E36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CF418C-E122-9AF6-D601-4BD47273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984" y="2019488"/>
            <a:ext cx="9717470" cy="644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4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798AC-F512-A7B6-7203-FA122810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F5F491-DEDD-2C9A-A84A-C71C9E672A0D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C27917-2814-E443-DB62-19DC4F95FB68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97B933C-7A85-8BE9-1944-4C33B00A80CA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238DC44-A936-FD2F-1283-B455C9BA067D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2673CFCA-DE3F-8BDC-FEB3-CDBE41C809E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7E4334-3D71-F6FA-398A-3343957FD36D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AD760B-713F-9727-C8F2-A418AC4E4B3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773AADF1-920F-2C9C-89EB-6945B5600012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decode_calc.py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B3CAF1F-1E37-6AEA-DE04-E20B190CA1F6}"/>
              </a:ext>
            </a:extLst>
          </p:cNvPr>
          <p:cNvSpPr txBox="1"/>
          <p:nvPr/>
        </p:nvSpPr>
        <p:spPr>
          <a:xfrm>
            <a:off x="1581627" y="1994503"/>
            <a:ext cx="5657373" cy="159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배열에서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op_id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mid,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ptime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알아내고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직전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 끝난 시간과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스케쥴을 가져와 세팅함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B447ECEB-5C80-0098-6E40-20666CDB5F17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7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80F72F-6467-79FD-B5A4-7ED3C97B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08800"/>
            <a:ext cx="10221859" cy="58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4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B3031-38EB-6DC9-D05F-4723E0CF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8E2A64-013C-C9C6-E703-22B93EC86534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F103A69-3D6C-302B-AF67-3AFB0569B9CD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DFFB589-8E15-9479-F7D0-C078EB282DE3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28C6FC8-A579-5537-6262-62615C0C5D29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DE1429BB-3F1D-3760-1415-744D9E2DC85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149C425-DB00-83F8-171B-ECC57BFF7079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108A2E-0E26-362A-5D96-826D53CF5CAA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2F01F445-0499-77BD-AC07-CC3E73E115CB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decode_calc.py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B6F15CC-6F13-1C4C-6A68-674B4BA2F62C}"/>
              </a:ext>
            </a:extLst>
          </p:cNvPr>
          <p:cNvSpPr txBox="1"/>
          <p:nvPr/>
        </p:nvSpPr>
        <p:spPr>
          <a:xfrm>
            <a:off x="1581627" y="1994503"/>
            <a:ext cx="5657373" cy="600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새로운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스케줄링할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때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첫 스케줄 앞의 빈 공간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작업과 작업 사이의 빈 공간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맨 뒤쪽 공간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순서대로 탐색함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Inserted=False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통해 진행 여부를 파악하고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r_j+ptime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시작시간을 비교하여 탐색함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기계 스케줄의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index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기준으로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for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문을 돌리기 때문에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Insert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한 후에는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start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시간 기준으로 다시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sorting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7166C57F-F6B7-65D2-1CA4-2B9BC364FA98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8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08368E-605B-3FE8-40D2-76BC1A843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587008"/>
            <a:ext cx="8429275" cy="923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6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33C80-C9CA-FBD7-7956-55A35CF1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A1D87C-1344-EFC2-DAA4-5DF37346F468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D11ADF-506A-71B0-AF97-ACE279790F95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4E8D376-2EB7-99FA-F7B7-C05F2076B427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C10CDC-1648-F256-301F-0FDCDD46FDAA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7BABCF00-3DC1-90CF-5C7E-30849F97EF15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81D1298-C675-52C8-2AFC-736C31201919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1D74F90-7A11-0016-AD93-FBCB201D674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0E551438-6915-5A1D-E9FB-60FED60A4862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3. </a:t>
            </a:r>
            <a:r>
              <a:rPr lang="en-US" sz="30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makespan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계산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8B066BAE-66A0-6E93-CD55-5299766F7838}"/>
              </a:ext>
            </a:extLst>
          </p:cNvPr>
          <p:cNvSpPr txBox="1"/>
          <p:nvPr/>
        </p:nvSpPr>
        <p:spPr>
          <a:xfrm>
            <a:off x="1581627" y="1994503"/>
            <a:ext cx="5657373" cy="2142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Schedule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입력하면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출력하는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함수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Schedule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내의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가장 큰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op.end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반환함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31A75682-36FD-E00F-B172-CBB71B3363E2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9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85BC0C-1221-0AA2-A9D6-24A3C411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686300"/>
            <a:ext cx="10480753" cy="214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2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22C1A-D23E-7892-6B24-5CD54B37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5823AE-98B5-6EFA-11E7-B86AEAE433D7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43F90F-1938-2DAB-ADD2-702CBAC0506B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73ED8C8-3CFF-7A01-CFBE-65CDBA1190AF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DDEB15-2A3B-2A96-F283-53539EF711AE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D464D96D-E22B-F4A7-2AAC-F729803BAF0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1A872E-EB7A-BF88-D708-65F33F75B67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결과 출력 </a:t>
            </a:r>
            <a:endParaRPr lang="en-US" altLang="ko-KR" sz="24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F1D334F-1B4E-450F-971E-6D2130DD2B18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189D1630-8BAA-8B18-350A-64E1CB6EA72C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결과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32AAE51-311E-BB67-237C-50EF48EC9FC2}"/>
              </a:ext>
            </a:extLst>
          </p:cNvPr>
          <p:cNvSpPr txBox="1"/>
          <p:nvPr/>
        </p:nvSpPr>
        <p:spPr>
          <a:xfrm>
            <a:off x="1581627" y="1994503"/>
            <a:ext cx="5047773" cy="379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랜덤하게 생성한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MSOS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계산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각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잘 디코딩 되는지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이건 조금 더 검증 필요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남은 기간동안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GA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plotly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대한 코드 작업을 진행해서 결과를 도출할 예정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5476324-9E08-60FF-FCD9-4F5D9A1B4BA7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10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B12BB-1221-DD2E-9BC0-23A705CFB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677957"/>
            <a:ext cx="11010066" cy="41458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6314202-DBCD-B1DA-256D-E45F5E435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860" y="6049693"/>
            <a:ext cx="9210439" cy="114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6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7FB0D-E469-2668-825A-26C54136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62EE16-BE06-A8B6-3271-358A68A0B4F6}"/>
              </a:ext>
            </a:extLst>
          </p:cNvPr>
          <p:cNvGrpSpPr/>
          <p:nvPr/>
        </p:nvGrpSpPr>
        <p:grpSpPr>
          <a:xfrm>
            <a:off x="0" y="0"/>
            <a:ext cx="4214382" cy="10287000"/>
            <a:chOff x="0" y="0"/>
            <a:chExt cx="1425606" cy="3479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AAD548-5E3A-92E1-5C14-B8AEF66AFE4E}"/>
                </a:ext>
              </a:extLst>
            </p:cNvPr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9F70690-7AFF-214D-13F6-1F084635AE9D}"/>
              </a:ext>
            </a:extLst>
          </p:cNvPr>
          <p:cNvSpPr txBox="1"/>
          <p:nvPr/>
        </p:nvSpPr>
        <p:spPr>
          <a:xfrm>
            <a:off x="1123950" y="8117567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STUDENT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3532FA-E655-0AEA-A9FC-92F0E77EDDCA}"/>
              </a:ext>
            </a:extLst>
          </p:cNvPr>
          <p:cNvSpPr txBox="1"/>
          <p:nvPr/>
        </p:nvSpPr>
        <p:spPr>
          <a:xfrm>
            <a:off x="1123950" y="8784320"/>
            <a:ext cx="2903533" cy="40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Minseo Kang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C95A26-CF3B-991E-1CAA-7091441827BA}"/>
              </a:ext>
            </a:extLst>
          </p:cNvPr>
          <p:cNvSpPr txBox="1"/>
          <p:nvPr/>
        </p:nvSpPr>
        <p:spPr>
          <a:xfrm>
            <a:off x="1123950" y="5945504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ADVISOR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B85ABA0-2678-8ED2-1AA4-6FC61197CD29}"/>
              </a:ext>
            </a:extLst>
          </p:cNvPr>
          <p:cNvSpPr txBox="1"/>
          <p:nvPr/>
        </p:nvSpPr>
        <p:spPr>
          <a:xfrm>
            <a:off x="1123950" y="6612256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Jaeseok</a:t>
            </a: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Huh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2A71B43-2E04-AF02-DEFD-C6E10655FFB1}"/>
              </a:ext>
            </a:extLst>
          </p:cNvPr>
          <p:cNvSpPr txBox="1"/>
          <p:nvPr/>
        </p:nvSpPr>
        <p:spPr>
          <a:xfrm>
            <a:off x="1028700" y="613410"/>
            <a:ext cx="318568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2026.04.07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50851BE-F90E-C8E3-A88D-46534706AECB}"/>
              </a:ext>
            </a:extLst>
          </p:cNvPr>
          <p:cNvSpPr txBox="1"/>
          <p:nvPr/>
        </p:nvSpPr>
        <p:spPr>
          <a:xfrm>
            <a:off x="12013101" y="613410"/>
            <a:ext cx="524619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SDM Lab, </a:t>
            </a:r>
            <a:r>
              <a:rPr lang="en-US" sz="24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Soongsil</a:t>
            </a: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University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0C0729F-B096-C3FE-104B-9E085B3D5BCC}"/>
              </a:ext>
            </a:extLst>
          </p:cNvPr>
          <p:cNvSpPr txBox="1"/>
          <p:nvPr/>
        </p:nvSpPr>
        <p:spPr>
          <a:xfrm>
            <a:off x="5069691" y="4048125"/>
            <a:ext cx="12189609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Thank you for</a:t>
            </a:r>
          </a:p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listening</a:t>
            </a:r>
          </a:p>
        </p:txBody>
      </p:sp>
    </p:spTree>
    <p:extLst>
      <p:ext uri="{BB962C8B-B14F-4D97-AF65-F5344CB8AC3E}">
        <p14:creationId xmlns:p14="http://schemas.microsoft.com/office/powerpoint/2010/main" val="386861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503</Words>
  <Application>Microsoft Office PowerPoint</Application>
  <PresentationFormat>사용자 지정</PresentationFormat>
  <Paragraphs>79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Calibri</vt:lpstr>
      <vt:lpstr>Arial</vt:lpstr>
      <vt:lpstr>Playfair Display Heavy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Blue Yellow Monotone Minimalist Illustration Thesis Proposal Final Defense Presentation Template</dc:title>
  <cp:lastModifiedBy>강민서</cp:lastModifiedBy>
  <cp:revision>9</cp:revision>
  <dcterms:created xsi:type="dcterms:W3CDTF">2006-08-16T00:00:00Z</dcterms:created>
  <dcterms:modified xsi:type="dcterms:W3CDTF">2026-04-07T04:27:19Z</dcterms:modified>
  <dc:identifier>DAHDuialC2s</dc:identifier>
</cp:coreProperties>
</file>